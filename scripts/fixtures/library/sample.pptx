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Library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4577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E8E8"/>
                </a:solidFill>
              </a:defRPr>
            </a:pPr>
            <a:r>
              <a:t>A four-slide fixture for the desktop PPTX viewer.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035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4F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the viewer renders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4577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E8E8"/>
                </a:solidFill>
              </a:defRPr>
            </a:pPr>
            <a:r>
              <a:t>Each slide is drawn onto a canvas; thumbnails come from the same renderer.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035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3F1F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Multi-slide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4577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E8E8"/>
                </a:solidFill>
              </a:defRPr>
            </a:pPr>
            <a:r>
              <a:t>Previous, next, Home and End move through the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035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1F5F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Honest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4577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E8E8"/>
                </a:solidFill>
              </a:defRPr>
            </a:pPr>
            <a:r>
              <a:t>A corrupt file gets a sentence and a save-a-copy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035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