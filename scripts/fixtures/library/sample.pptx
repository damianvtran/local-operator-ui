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Library preview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four-slide fixture for the desktop PPTX viewer.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viewer renders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Each slide is drawn onto a canvas.</a:t>
            </a:r>
          </a:p>
          <a:p>
            <a:pPr>
              <a:defRPr sz="2400"/>
            </a:pPr>
            <a:r>
              <a:t>Text runs are visible in the rendered slide.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Multi-slide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Previous, next, Home and End move through the deck.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Honest fallback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corrupt file gets a sentence and a save-a-copy action.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